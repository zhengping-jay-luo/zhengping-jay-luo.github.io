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01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390"/>
  </p:normalViewPr>
  <p:slideViewPr>
    <p:cSldViewPr snapToGrid="0">
      <p:cViewPr varScale="1">
        <p:scale>
          <a:sx n="100" d="100"/>
          <a:sy n="100" d="100"/>
        </p:scale>
        <p:origin x="156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0D720C-EB24-9A4C-881B-8790E40E21F1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87F21-5F69-8B4E-B969-E17801405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233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87F21-5F69-8B4E-B969-E178014050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98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0CCE4-DB7D-29DF-4D20-C86A34BA80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9955DF-0829-AB8A-157C-F0C7BFEA7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EABC1-46B0-B408-02FA-BFE19FB49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48D06-776C-BC4C-9020-5BB42C913601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3C629-A77C-DACE-D583-F5E33BE3F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BDA44-6558-CB2E-A93C-D3C9C916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F52D9-756C-1C40-B9FF-FA4DC70DE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288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FC774-ADFA-314C-BD9C-EEBB37966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514AC-4FD3-9E5B-344A-8A7CD6B66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3CFA1-5AF3-39B7-022E-C51EDA0BB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48D06-776C-BC4C-9020-5BB42C913601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BFA70-3B8A-E3A5-1CD5-E06C67F6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59EA4-FE7F-1AEB-F8CF-58982D4A7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F52D9-756C-1C40-B9FF-FA4DC70DE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375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061A7-BBF7-E61B-FDD9-9959930FB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964C2-5A3F-3699-37A2-BC3918417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D4F2D-D9B4-B01E-DF20-CD28A402C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48D06-776C-BC4C-9020-5BB42C913601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E7E05-4E62-5179-835B-2D43E3ECC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D2A60-2EAB-C792-916C-359ABBE24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F52D9-756C-1C40-B9FF-FA4DC70DE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278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10745-8686-AAA8-5D07-8D9958A15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6F1B8-F63B-4BB1-2924-7EAB3AC89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4326D6-7F5F-C0C0-515C-5B1EDFD218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544801-2FA8-4DC2-E787-5498D8FB4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48D06-776C-BC4C-9020-5BB42C913601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7A15B-FB4E-D84C-D720-6F70688EA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B5C6C8-7FE1-5763-A461-DADC2EC42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F52D9-756C-1C40-B9FF-FA4DC70DE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83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E580F-7CD6-EDB8-6649-403EC624D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A550A-7C01-185D-0B59-84C29E5ED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B56C50-885A-46B0-9648-1F31C8AAB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8A0BEA-9B23-78E0-8552-818CE0CBE8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134A73-C16F-D4CC-7E67-248F3506A6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9AE2C1-D2F6-C9EF-6856-5CBE51BAA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48D06-776C-BC4C-9020-5BB42C913601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9E3F32-103A-DB53-148C-E7E794BBB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016A0A-795F-FF46-405D-BE094ECFC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F52D9-756C-1C40-B9FF-FA4DC70DE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355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2252F-9546-5E5D-0779-D98317333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75FF08-5B5C-C275-7261-FE1F54925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48D06-776C-BC4C-9020-5BB42C913601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C63FF6-9332-9F55-71B6-CFB614DCD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0180CD-D074-9E35-DFA6-309604011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F52D9-756C-1C40-B9FF-FA4DC70DE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059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6F940D-13F6-B02B-2DC1-8DE97F5E7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48D06-776C-BC4C-9020-5BB42C913601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8CDC0C-7250-D5E6-C176-CD4D43A3F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FCFA42-69DA-DB87-A58E-E1EBE1B6F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F52D9-756C-1C40-B9FF-FA4DC70DE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359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B77C4-370A-BAC0-503F-886A51FB6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7DA44-04D8-35EE-4700-F5B7A385E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254AEF-8AB4-202C-E215-DBD75CE39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672F4-2EAA-52A4-7C6B-21ADAA7ED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48D06-776C-BC4C-9020-5BB42C913601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C1AD1C-49C9-8CAF-8D8C-56BAF128D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782F0-08C9-14B9-009E-6CBB6934D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F52D9-756C-1C40-B9FF-FA4DC70DE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348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7F758-5605-5187-CD01-477643F31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4C31B1-7F2C-F256-B4B6-1389762C17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0A008F-6555-BFE0-9F44-3F641FF6B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7199F-73BB-D37B-119B-36AC6AABF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48D06-776C-BC4C-9020-5BB42C913601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A296A-9580-7282-1894-5DFA96210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E056CE-C67C-A10A-5F78-BE4158512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F52D9-756C-1C40-B9FF-FA4DC70DE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094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6D658-BA18-1248-2F73-541727180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4F186D-E9A6-8959-E179-A76393F144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4E441-4485-DAD1-F88D-6450B4ABC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48D06-776C-BC4C-9020-5BB42C913601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E8C7B-C613-5D73-72B3-548BB88F8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4A5C1-357F-EA80-1485-5D9DAC847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F52D9-756C-1C40-B9FF-FA4DC70DE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70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64A449-163C-5FA6-CE3D-7D8ED3295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C2EA23-0690-FC8D-2A58-CDE0D2D17B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62F30-D01A-7417-4954-F4C29FEFD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48D06-776C-BC4C-9020-5BB42C913601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E4EE9-444B-DB49-F4D2-4C850DD93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2A8B2-A11B-F6FF-AFCE-ACC10A6EC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F52D9-756C-1C40-B9FF-FA4DC70DE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385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9C73FB-A6CF-DC15-97DA-43207B887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80E95-75BA-D142-E9BD-96AB9DC6F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2AAAE-57FB-6D4F-38D2-C28015B5F0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148D06-776C-BC4C-9020-5BB42C913601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9D624-5B38-2CF1-036A-01BF23C93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C39DD-5125-F062-7080-2C169016C2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3F52D9-756C-1C40-B9FF-FA4DC70DE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204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BCC0CD1-0E0D-C4F3-B4C2-961FD2591EDA}"/>
              </a:ext>
            </a:extLst>
          </p:cNvPr>
          <p:cNvGrpSpPr/>
          <p:nvPr/>
        </p:nvGrpSpPr>
        <p:grpSpPr>
          <a:xfrm>
            <a:off x="1827583" y="793286"/>
            <a:ext cx="7873535" cy="5022135"/>
            <a:chOff x="1827583" y="793286"/>
            <a:chExt cx="7873535" cy="5022135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1765EEDA-531B-B620-7FBD-CD201121A9CA}"/>
                </a:ext>
              </a:extLst>
            </p:cNvPr>
            <p:cNvSpPr/>
            <p:nvPr/>
          </p:nvSpPr>
          <p:spPr>
            <a:xfrm>
              <a:off x="4827309" y="1496685"/>
              <a:ext cx="1653734" cy="511009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00" dirty="0">
                  <a:solidFill>
                    <a:schemeClr val="tx1"/>
                  </a:solidFill>
                </a:rPr>
                <a:t>Lecture-based</a:t>
              </a:r>
              <a:r>
                <a:rPr lang="zh-CN" altLang="en-US" sz="1500" dirty="0">
                  <a:solidFill>
                    <a:schemeClr val="tx1"/>
                  </a:solidFill>
                </a:rPr>
                <a:t> </a:t>
              </a:r>
              <a:r>
                <a:rPr lang="en-US" altLang="zh-CN" sz="1500" dirty="0">
                  <a:solidFill>
                    <a:schemeClr val="tx1"/>
                  </a:solidFill>
                </a:rPr>
                <a:t>Teaching</a:t>
              </a:r>
              <a:endParaRPr lang="en-US" sz="1500" dirty="0">
                <a:solidFill>
                  <a:schemeClr val="tx1"/>
                </a:solidFill>
              </a:endParaRP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8608C1EF-0366-D1D1-AF92-2F361BFFC3C1}"/>
                </a:ext>
              </a:extLst>
            </p:cNvPr>
            <p:cNvSpPr/>
            <p:nvPr/>
          </p:nvSpPr>
          <p:spPr>
            <a:xfrm>
              <a:off x="7744319" y="2131873"/>
              <a:ext cx="1956798" cy="511008"/>
            </a:xfrm>
            <a:prstGeom prst="roundRect">
              <a:avLst/>
            </a:prstGeom>
            <a:solidFill>
              <a:srgbClr val="AF010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bg1"/>
                  </a:solidFill>
                </a:rPr>
                <a:t>Leadership</a:t>
              </a:r>
              <a:r>
                <a:rPr lang="zh-CN" altLang="en-US" sz="1500" dirty="0">
                  <a:solidFill>
                    <a:schemeClr val="bg1"/>
                  </a:solidFill>
                </a:rPr>
                <a:t> </a:t>
              </a:r>
              <a:r>
                <a:rPr lang="en-US" altLang="zh-CN" sz="1500" dirty="0">
                  <a:solidFill>
                    <a:schemeClr val="bg1"/>
                  </a:solidFill>
                </a:rPr>
                <a:t>Skills</a:t>
              </a:r>
              <a:endParaRPr lang="en-US" sz="1500" dirty="0">
                <a:solidFill>
                  <a:schemeClr val="bg1"/>
                </a:solidFill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C669C82-35A5-CC14-C571-7B42CECC496B}"/>
                </a:ext>
              </a:extLst>
            </p:cNvPr>
            <p:cNvSpPr/>
            <p:nvPr/>
          </p:nvSpPr>
          <p:spPr>
            <a:xfrm>
              <a:off x="7744320" y="1496685"/>
              <a:ext cx="1956797" cy="511008"/>
            </a:xfrm>
            <a:prstGeom prst="roundRect">
              <a:avLst/>
            </a:prstGeom>
            <a:solidFill>
              <a:srgbClr val="AF010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bg1"/>
                  </a:solidFill>
                </a:rPr>
                <a:t>Critical Thinking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7379CC33-D2E9-93D3-3410-B271C7724D6F}"/>
                </a:ext>
              </a:extLst>
            </p:cNvPr>
            <p:cNvSpPr/>
            <p:nvPr/>
          </p:nvSpPr>
          <p:spPr>
            <a:xfrm>
              <a:off x="1900465" y="2243586"/>
              <a:ext cx="1278258" cy="511008"/>
            </a:xfrm>
            <a:prstGeom prst="roundRect">
              <a:avLst/>
            </a:prstGeom>
            <a:solidFill>
              <a:srgbClr val="AF010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bg1"/>
                  </a:solidFill>
                </a:rPr>
                <a:t>CURES</a:t>
              </a:r>
              <a:r>
                <a:rPr lang="en-US" sz="1500" dirty="0">
                  <a:solidFill>
                    <a:schemeClr val="tx1"/>
                  </a:solidFill>
                </a:rPr>
                <a:t> </a:t>
              </a:r>
              <a:r>
                <a:rPr lang="en-US" sz="1500" dirty="0">
                  <a:solidFill>
                    <a:schemeClr val="bg1"/>
                  </a:solidFill>
                </a:rPr>
                <a:t>Program</a:t>
              </a: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270CC10E-0CB6-0860-8FEE-EBAC17788DD5}"/>
                </a:ext>
              </a:extLst>
            </p:cNvPr>
            <p:cNvSpPr/>
            <p:nvPr/>
          </p:nvSpPr>
          <p:spPr>
            <a:xfrm>
              <a:off x="1903221" y="3032754"/>
              <a:ext cx="1278258" cy="511009"/>
            </a:xfrm>
            <a:prstGeom prst="roundRect">
              <a:avLst/>
            </a:prstGeom>
            <a:solidFill>
              <a:srgbClr val="AF010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00" dirty="0" err="1">
                  <a:solidFill>
                    <a:schemeClr val="bg1"/>
                  </a:solidFill>
                </a:rPr>
                <a:t>CoolTry</a:t>
              </a:r>
              <a:r>
                <a:rPr lang="zh-CN" altLang="en-US" sz="1500" dirty="0">
                  <a:solidFill>
                    <a:schemeClr val="bg1"/>
                  </a:solidFill>
                </a:rPr>
                <a:t> </a:t>
              </a:r>
              <a:r>
                <a:rPr lang="en-US" altLang="zh-CN" sz="1500" dirty="0">
                  <a:solidFill>
                    <a:schemeClr val="bg1"/>
                  </a:solidFill>
                </a:rPr>
                <a:t>Initiative</a:t>
              </a:r>
              <a:endParaRPr lang="en-US" sz="1500" dirty="0">
                <a:solidFill>
                  <a:schemeClr val="bg1"/>
                </a:solidFill>
              </a:endParaRP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D9B81561-D504-B1C6-B4D5-D414A8D5C14C}"/>
                </a:ext>
              </a:extLst>
            </p:cNvPr>
            <p:cNvSpPr/>
            <p:nvPr/>
          </p:nvSpPr>
          <p:spPr>
            <a:xfrm>
              <a:off x="1914248" y="3821923"/>
              <a:ext cx="1278258" cy="511009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</a:rPr>
                <a:t>In-class </a:t>
              </a:r>
              <a:r>
                <a:rPr lang="en-US" altLang="zh-CN" sz="1500" dirty="0">
                  <a:solidFill>
                    <a:schemeClr val="tx1"/>
                  </a:solidFill>
                </a:rPr>
                <a:t>Activities</a:t>
              </a:r>
              <a:endParaRPr lang="en-US" sz="1500" dirty="0">
                <a:solidFill>
                  <a:schemeClr val="tx1"/>
                </a:solidFill>
              </a:endParaRPr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D5985313-8E60-9D21-9899-3A4EDE80A649}"/>
                </a:ext>
              </a:extLst>
            </p:cNvPr>
            <p:cNvSpPr/>
            <p:nvPr/>
          </p:nvSpPr>
          <p:spPr>
            <a:xfrm>
              <a:off x="1902804" y="4580746"/>
              <a:ext cx="1278258" cy="511009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</a:rPr>
                <a:t>Midterm &amp; Final</a:t>
              </a:r>
              <a:r>
                <a:rPr lang="zh-CN" altLang="en-US" sz="1500" dirty="0">
                  <a:solidFill>
                    <a:schemeClr val="tx1"/>
                  </a:solidFill>
                </a:rPr>
                <a:t> </a:t>
              </a:r>
              <a:r>
                <a:rPr lang="en-US" sz="1500" dirty="0">
                  <a:solidFill>
                    <a:schemeClr val="tx1"/>
                  </a:solidFill>
                </a:rPr>
                <a:t>Exams</a:t>
              </a: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375709F8-DE59-AF31-A294-1C18DEFE752D}"/>
                </a:ext>
              </a:extLst>
            </p:cNvPr>
            <p:cNvSpPr/>
            <p:nvPr/>
          </p:nvSpPr>
          <p:spPr>
            <a:xfrm>
              <a:off x="1882052" y="5304122"/>
              <a:ext cx="1278258" cy="511009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00" dirty="0">
                  <a:solidFill>
                    <a:schemeClr val="tx1"/>
                  </a:solidFill>
                </a:rPr>
                <a:t>Homework</a:t>
              </a:r>
              <a:endParaRPr lang="en-US" sz="1500" dirty="0">
                <a:solidFill>
                  <a:schemeClr val="tx1"/>
                </a:solidFill>
              </a:endParaRPr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B8FA9651-B483-C34F-2099-034C121021D2}"/>
                </a:ext>
              </a:extLst>
            </p:cNvPr>
            <p:cNvSpPr/>
            <p:nvPr/>
          </p:nvSpPr>
          <p:spPr>
            <a:xfrm>
              <a:off x="1908735" y="1500540"/>
              <a:ext cx="1278258" cy="511009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00" dirty="0">
                  <a:solidFill>
                    <a:schemeClr val="tx1"/>
                  </a:solidFill>
                </a:rPr>
                <a:t>Lecture</a:t>
              </a:r>
              <a:endParaRPr lang="en-US" sz="1500" dirty="0">
                <a:solidFill>
                  <a:schemeClr val="tx1"/>
                </a:solidFill>
              </a:endParaRPr>
            </a:p>
          </p:txBody>
        </p:sp>
        <p:sp>
          <p:nvSpPr>
            <p:cNvPr id="72" name="Rounded Rectangle 71">
              <a:extLst>
                <a:ext uri="{FF2B5EF4-FFF2-40B4-BE49-F238E27FC236}">
                  <a16:creationId xmlns:a16="http://schemas.microsoft.com/office/drawing/2014/main" id="{A499504C-2D2F-7CB8-299F-43CF17847E37}"/>
                </a:ext>
              </a:extLst>
            </p:cNvPr>
            <p:cNvSpPr/>
            <p:nvPr/>
          </p:nvSpPr>
          <p:spPr>
            <a:xfrm>
              <a:off x="4817298" y="2147637"/>
              <a:ext cx="1661640" cy="511009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00" dirty="0">
                  <a:solidFill>
                    <a:schemeClr val="tx1"/>
                  </a:solidFill>
                </a:rPr>
                <a:t>Active</a:t>
              </a:r>
            </a:p>
            <a:p>
              <a:pPr algn="ctr"/>
              <a:r>
                <a:rPr lang="en-US" sz="1500" dirty="0">
                  <a:solidFill>
                    <a:schemeClr val="tx1"/>
                  </a:solidFill>
                </a:rPr>
                <a:t>Learning</a:t>
              </a:r>
            </a:p>
          </p:txBody>
        </p:sp>
        <p:sp>
          <p:nvSpPr>
            <p:cNvPr id="75" name="Rounded Rectangle 74">
              <a:extLst>
                <a:ext uri="{FF2B5EF4-FFF2-40B4-BE49-F238E27FC236}">
                  <a16:creationId xmlns:a16="http://schemas.microsoft.com/office/drawing/2014/main" id="{1CE2D1F2-4BE4-61D4-A352-B576306814D0}"/>
                </a:ext>
              </a:extLst>
            </p:cNvPr>
            <p:cNvSpPr/>
            <p:nvPr/>
          </p:nvSpPr>
          <p:spPr>
            <a:xfrm>
              <a:off x="4828612" y="4064490"/>
              <a:ext cx="1648221" cy="511009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00" dirty="0">
                  <a:solidFill>
                    <a:schemeClr val="tx1"/>
                  </a:solidFill>
                </a:rPr>
                <a:t>Collaborative</a:t>
              </a:r>
            </a:p>
            <a:p>
              <a:pPr algn="ctr"/>
              <a:r>
                <a:rPr lang="en-US" sz="1500" dirty="0">
                  <a:solidFill>
                    <a:schemeClr val="tx1"/>
                  </a:solidFill>
                </a:rPr>
                <a:t>Learning</a:t>
              </a:r>
            </a:p>
          </p:txBody>
        </p:sp>
        <p:sp>
          <p:nvSpPr>
            <p:cNvPr id="79" name="Rounded Rectangle 78">
              <a:extLst>
                <a:ext uri="{FF2B5EF4-FFF2-40B4-BE49-F238E27FC236}">
                  <a16:creationId xmlns:a16="http://schemas.microsoft.com/office/drawing/2014/main" id="{A07BE866-3194-95B9-9DEC-1610291FEE85}"/>
                </a:ext>
              </a:extLst>
            </p:cNvPr>
            <p:cNvSpPr/>
            <p:nvPr/>
          </p:nvSpPr>
          <p:spPr>
            <a:xfrm>
              <a:off x="4834662" y="4684306"/>
              <a:ext cx="1648221" cy="511009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00" dirty="0">
                  <a:solidFill>
                    <a:schemeClr val="tx1"/>
                  </a:solidFill>
                </a:rPr>
                <a:t>Problem-based</a:t>
              </a:r>
            </a:p>
            <a:p>
              <a:pPr algn="ctr"/>
              <a:r>
                <a:rPr lang="en-US" sz="1500" dirty="0">
                  <a:solidFill>
                    <a:schemeClr val="tx1"/>
                  </a:solidFill>
                </a:rPr>
                <a:t>Learning</a:t>
              </a:r>
            </a:p>
          </p:txBody>
        </p:sp>
        <p:sp>
          <p:nvSpPr>
            <p:cNvPr id="83" name="Rounded Rectangle 82">
              <a:extLst>
                <a:ext uri="{FF2B5EF4-FFF2-40B4-BE49-F238E27FC236}">
                  <a16:creationId xmlns:a16="http://schemas.microsoft.com/office/drawing/2014/main" id="{3CDDF9BF-664E-AA61-9206-F0F94FC6356A}"/>
                </a:ext>
              </a:extLst>
            </p:cNvPr>
            <p:cNvSpPr/>
            <p:nvPr/>
          </p:nvSpPr>
          <p:spPr>
            <a:xfrm>
              <a:off x="4852586" y="5304122"/>
              <a:ext cx="1648221" cy="511009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00" dirty="0">
                  <a:solidFill>
                    <a:schemeClr val="tx1"/>
                  </a:solidFill>
                </a:rPr>
                <a:t>Flipped</a:t>
              </a:r>
              <a:r>
                <a:rPr lang="zh-CN" altLang="en-US" sz="1500" dirty="0">
                  <a:solidFill>
                    <a:schemeClr val="tx1"/>
                  </a:solidFill>
                </a:rPr>
                <a:t> </a:t>
              </a:r>
              <a:r>
                <a:rPr lang="en-US" altLang="zh-CN" sz="1500" dirty="0">
                  <a:solidFill>
                    <a:schemeClr val="tx1"/>
                  </a:solidFill>
                </a:rPr>
                <a:t>Classroom</a:t>
              </a:r>
              <a:endParaRPr lang="en-US" sz="1500" dirty="0">
                <a:solidFill>
                  <a:schemeClr val="tx1"/>
                </a:solidFill>
              </a:endParaRPr>
            </a:p>
          </p:txBody>
        </p:sp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9BE53609-5C52-9B37-8DF4-A3C3F30A3288}"/>
                </a:ext>
              </a:extLst>
            </p:cNvPr>
            <p:cNvSpPr/>
            <p:nvPr/>
          </p:nvSpPr>
          <p:spPr>
            <a:xfrm>
              <a:off x="4828868" y="2783349"/>
              <a:ext cx="1656128" cy="511009"/>
            </a:xfrm>
            <a:prstGeom prst="roundRect">
              <a:avLst/>
            </a:prstGeom>
            <a:solidFill>
              <a:srgbClr val="AF010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bg1"/>
                  </a:solidFill>
                </a:rPr>
                <a:t>Experiential Learning</a:t>
              </a:r>
            </a:p>
          </p:txBody>
        </p:sp>
        <p:sp>
          <p:nvSpPr>
            <p:cNvPr id="85" name="Rounded Rectangle 84">
              <a:extLst>
                <a:ext uri="{FF2B5EF4-FFF2-40B4-BE49-F238E27FC236}">
                  <a16:creationId xmlns:a16="http://schemas.microsoft.com/office/drawing/2014/main" id="{967212C8-0E61-35CE-DDC8-368623A80580}"/>
                </a:ext>
              </a:extLst>
            </p:cNvPr>
            <p:cNvSpPr/>
            <p:nvPr/>
          </p:nvSpPr>
          <p:spPr>
            <a:xfrm>
              <a:off x="4856539" y="3413827"/>
              <a:ext cx="1632410" cy="511009"/>
            </a:xfrm>
            <a:prstGeom prst="roundRect">
              <a:avLst/>
            </a:prstGeom>
            <a:solidFill>
              <a:srgbClr val="AF010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00" dirty="0">
                  <a:solidFill>
                    <a:schemeClr val="bg1"/>
                  </a:solidFill>
                </a:rPr>
                <a:t>Personalized</a:t>
              </a:r>
              <a:r>
                <a:rPr lang="zh-CN" altLang="en-US" sz="1500" dirty="0">
                  <a:solidFill>
                    <a:schemeClr val="bg1"/>
                  </a:solidFill>
                </a:rPr>
                <a:t> </a:t>
              </a:r>
              <a:r>
                <a:rPr lang="en-US" altLang="zh-CN" sz="1500" dirty="0">
                  <a:solidFill>
                    <a:schemeClr val="bg1"/>
                  </a:solidFill>
                </a:rPr>
                <a:t>Learning</a:t>
              </a:r>
              <a:endParaRPr lang="en-US" sz="1500" dirty="0">
                <a:solidFill>
                  <a:schemeClr val="bg1"/>
                </a:solidFill>
              </a:endParaRPr>
            </a:p>
          </p:txBody>
        </p: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2DE41B4F-8938-1DD9-5CBD-7DF8B4F2B3FA}"/>
                </a:ext>
              </a:extLst>
            </p:cNvPr>
            <p:cNvCxnSpPr>
              <a:cxnSpLocks/>
              <a:stCxn id="16" idx="3"/>
              <a:endCxn id="84" idx="1"/>
            </p:cNvCxnSpPr>
            <p:nvPr/>
          </p:nvCxnSpPr>
          <p:spPr>
            <a:xfrm>
              <a:off x="3178724" y="2499090"/>
              <a:ext cx="1650144" cy="5397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D5A41676-C6A9-0BC7-ADF2-4375E17E1F68}"/>
                </a:ext>
              </a:extLst>
            </p:cNvPr>
            <p:cNvCxnSpPr>
              <a:cxnSpLocks/>
              <a:stCxn id="17" idx="3"/>
              <a:endCxn id="85" idx="1"/>
            </p:cNvCxnSpPr>
            <p:nvPr/>
          </p:nvCxnSpPr>
          <p:spPr>
            <a:xfrm>
              <a:off x="3181480" y="3288259"/>
              <a:ext cx="1675059" cy="3810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E913A1C8-51B8-CA41-11A8-FD0E5173AE01}"/>
                </a:ext>
              </a:extLst>
            </p:cNvPr>
            <p:cNvCxnSpPr>
              <a:cxnSpLocks/>
              <a:stCxn id="16" idx="3"/>
              <a:endCxn id="75" idx="1"/>
            </p:cNvCxnSpPr>
            <p:nvPr/>
          </p:nvCxnSpPr>
          <p:spPr>
            <a:xfrm>
              <a:off x="3178724" y="2499090"/>
              <a:ext cx="1649888" cy="1820904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391A0605-9D5D-8B95-5FB3-885DCCF501D9}"/>
                </a:ext>
              </a:extLst>
            </p:cNvPr>
            <p:cNvCxnSpPr>
              <a:cxnSpLocks/>
              <a:stCxn id="17" idx="3"/>
              <a:endCxn id="79" idx="1"/>
            </p:cNvCxnSpPr>
            <p:nvPr/>
          </p:nvCxnSpPr>
          <p:spPr>
            <a:xfrm>
              <a:off x="3181480" y="3288259"/>
              <a:ext cx="1653182" cy="165155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3D4EC215-2BB6-35AD-DAD5-1DF150FD004F}"/>
                </a:ext>
              </a:extLst>
            </p:cNvPr>
            <p:cNvCxnSpPr>
              <a:cxnSpLocks/>
              <a:stCxn id="16" idx="3"/>
              <a:endCxn id="79" idx="1"/>
            </p:cNvCxnSpPr>
            <p:nvPr/>
          </p:nvCxnSpPr>
          <p:spPr>
            <a:xfrm>
              <a:off x="3178724" y="2499090"/>
              <a:ext cx="1655938" cy="244072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F1A45AA7-49F7-C3D8-0AAA-0B0CE1E02CAC}"/>
                </a:ext>
              </a:extLst>
            </p:cNvPr>
            <p:cNvCxnSpPr>
              <a:cxnSpLocks/>
              <a:stCxn id="16" idx="3"/>
              <a:endCxn id="72" idx="1"/>
            </p:cNvCxnSpPr>
            <p:nvPr/>
          </p:nvCxnSpPr>
          <p:spPr>
            <a:xfrm flipV="1">
              <a:off x="3178724" y="2403142"/>
              <a:ext cx="1638574" cy="95949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Rounded Rectangle 142">
              <a:extLst>
                <a:ext uri="{FF2B5EF4-FFF2-40B4-BE49-F238E27FC236}">
                  <a16:creationId xmlns:a16="http://schemas.microsoft.com/office/drawing/2014/main" id="{E25EBB4F-1D82-2467-A6EE-4CFEB41A04B0}"/>
                </a:ext>
              </a:extLst>
            </p:cNvPr>
            <p:cNvSpPr/>
            <p:nvPr/>
          </p:nvSpPr>
          <p:spPr>
            <a:xfrm>
              <a:off x="7744317" y="2766381"/>
              <a:ext cx="1956801" cy="51100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500" dirty="0">
                  <a:solidFill>
                    <a:schemeClr val="tx1"/>
                  </a:solidFill>
                </a:rPr>
                <a:t>Written</a:t>
              </a:r>
              <a:r>
                <a:rPr lang="en-US" altLang="zh-CN" sz="1500" dirty="0">
                  <a:solidFill>
                    <a:schemeClr val="tx1"/>
                  </a:solidFill>
                </a:rPr>
                <a:t>/Oral</a:t>
              </a:r>
              <a:r>
                <a:rPr lang="en-GB" sz="1500" dirty="0">
                  <a:solidFill>
                    <a:schemeClr val="tx1"/>
                  </a:solidFill>
                </a:rPr>
                <a:t> Communication</a:t>
              </a:r>
              <a:endParaRPr lang="en-US" sz="1500" dirty="0">
                <a:solidFill>
                  <a:schemeClr val="tx1"/>
                </a:solidFill>
              </a:endParaRPr>
            </a:p>
          </p:txBody>
        </p:sp>
        <p:sp>
          <p:nvSpPr>
            <p:cNvPr id="145" name="Rounded Rectangle 144">
              <a:extLst>
                <a:ext uri="{FF2B5EF4-FFF2-40B4-BE49-F238E27FC236}">
                  <a16:creationId xmlns:a16="http://schemas.microsoft.com/office/drawing/2014/main" id="{2C2E3A5C-A252-0DE9-7E8E-B1288B53C01B}"/>
                </a:ext>
              </a:extLst>
            </p:cNvPr>
            <p:cNvSpPr/>
            <p:nvPr/>
          </p:nvSpPr>
          <p:spPr>
            <a:xfrm>
              <a:off x="7744317" y="4035397"/>
              <a:ext cx="1956801" cy="511008"/>
            </a:xfrm>
            <a:prstGeom prst="roundRect">
              <a:avLst/>
            </a:prstGeom>
            <a:solidFill>
              <a:srgbClr val="AF010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00" dirty="0">
                  <a:solidFill>
                    <a:schemeClr val="bg1"/>
                  </a:solidFill>
                </a:rPr>
                <a:t>Professional</a:t>
              </a:r>
              <a:r>
                <a:rPr lang="zh-CN" altLang="en-US" sz="1500" dirty="0">
                  <a:solidFill>
                    <a:schemeClr val="bg1"/>
                  </a:solidFill>
                </a:rPr>
                <a:t> </a:t>
              </a:r>
              <a:r>
                <a:rPr lang="en-US" altLang="zh-CN" sz="1500" dirty="0">
                  <a:solidFill>
                    <a:schemeClr val="bg1"/>
                  </a:solidFill>
                </a:rPr>
                <a:t>Identity</a:t>
              </a:r>
              <a:endParaRPr lang="en-US" sz="1500" dirty="0">
                <a:solidFill>
                  <a:schemeClr val="bg1"/>
                </a:solidFill>
              </a:endParaRPr>
            </a:p>
          </p:txBody>
        </p:sp>
        <p:sp>
          <p:nvSpPr>
            <p:cNvPr id="146" name="Rounded Rectangle 145">
              <a:extLst>
                <a:ext uri="{FF2B5EF4-FFF2-40B4-BE49-F238E27FC236}">
                  <a16:creationId xmlns:a16="http://schemas.microsoft.com/office/drawing/2014/main" id="{8FA4C4EC-08CC-5092-5600-1212A6229130}"/>
                </a:ext>
              </a:extLst>
            </p:cNvPr>
            <p:cNvSpPr/>
            <p:nvPr/>
          </p:nvSpPr>
          <p:spPr>
            <a:xfrm>
              <a:off x="7744317" y="3400889"/>
              <a:ext cx="1956801" cy="51100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500" dirty="0">
                  <a:solidFill>
                    <a:schemeClr val="tx1"/>
                  </a:solidFill>
                </a:rPr>
                <a:t>Scientific Reasoning</a:t>
              </a:r>
              <a:endParaRPr lang="en-US" sz="1500" dirty="0">
                <a:solidFill>
                  <a:schemeClr val="tx1"/>
                </a:solidFill>
              </a:endParaRPr>
            </a:p>
          </p:txBody>
        </p:sp>
        <p:sp>
          <p:nvSpPr>
            <p:cNvPr id="147" name="Rounded Rectangle 146">
              <a:extLst>
                <a:ext uri="{FF2B5EF4-FFF2-40B4-BE49-F238E27FC236}">
                  <a16:creationId xmlns:a16="http://schemas.microsoft.com/office/drawing/2014/main" id="{B301A64C-3AD9-C3B5-8D78-FF288B5DCC76}"/>
                </a:ext>
              </a:extLst>
            </p:cNvPr>
            <p:cNvSpPr/>
            <p:nvPr/>
          </p:nvSpPr>
          <p:spPr>
            <a:xfrm>
              <a:off x="7744317" y="5304413"/>
              <a:ext cx="1956801" cy="51100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500" dirty="0">
                  <a:solidFill>
                    <a:schemeClr val="tx1"/>
                  </a:solidFill>
                </a:rPr>
                <a:t>Ethics </a:t>
              </a:r>
              <a:r>
                <a:rPr lang="en-US" altLang="zh-CN" sz="1500" dirty="0">
                  <a:solidFill>
                    <a:schemeClr val="tx1"/>
                  </a:solidFill>
                </a:rPr>
                <a:t>&amp;</a:t>
              </a:r>
              <a:r>
                <a:rPr lang="zh-CN" altLang="en-US" sz="1500" dirty="0">
                  <a:solidFill>
                    <a:schemeClr val="tx1"/>
                  </a:solidFill>
                </a:rPr>
                <a:t> </a:t>
              </a:r>
              <a:r>
                <a:rPr lang="en-GB" sz="1500" dirty="0">
                  <a:solidFill>
                    <a:schemeClr val="tx1"/>
                  </a:solidFill>
                </a:rPr>
                <a:t>Social Responsibility</a:t>
              </a:r>
              <a:endParaRPr lang="en-US" sz="1500" dirty="0">
                <a:solidFill>
                  <a:schemeClr val="tx1"/>
                </a:solidFill>
              </a:endParaRPr>
            </a:p>
          </p:txBody>
        </p:sp>
        <p:sp>
          <p:nvSpPr>
            <p:cNvPr id="148" name="Rounded Rectangle 147">
              <a:extLst>
                <a:ext uri="{FF2B5EF4-FFF2-40B4-BE49-F238E27FC236}">
                  <a16:creationId xmlns:a16="http://schemas.microsoft.com/office/drawing/2014/main" id="{D65F9A1B-9B28-179F-236B-FC33D3A5AEDD}"/>
                </a:ext>
              </a:extLst>
            </p:cNvPr>
            <p:cNvSpPr/>
            <p:nvPr/>
          </p:nvSpPr>
          <p:spPr>
            <a:xfrm>
              <a:off x="7744317" y="4669905"/>
              <a:ext cx="1956801" cy="51100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500" dirty="0">
                  <a:solidFill>
                    <a:schemeClr val="tx1"/>
                  </a:solidFill>
                </a:rPr>
                <a:t>Global/Multicultural Perspectives </a:t>
              </a:r>
              <a:endParaRPr lang="en-US" sz="1500" dirty="0">
                <a:solidFill>
                  <a:schemeClr val="tx1"/>
                </a:solidFill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9C2F04AD-646B-37B2-1943-5309089FABCB}"/>
                </a:ext>
              </a:extLst>
            </p:cNvPr>
            <p:cNvSpPr txBox="1"/>
            <p:nvPr/>
          </p:nvSpPr>
          <p:spPr>
            <a:xfrm>
              <a:off x="1827583" y="793286"/>
              <a:ext cx="1535978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500" dirty="0">
                  <a:cs typeface="Calibri" panose="020F0502020204030204" pitchFamily="34" charset="0"/>
                </a:rPr>
                <a:t>Course</a:t>
              </a:r>
              <a:r>
                <a:rPr lang="zh-CN" altLang="en-US" sz="1500" dirty="0">
                  <a:cs typeface="Calibri" panose="020F0502020204030204" pitchFamily="34" charset="0"/>
                </a:rPr>
                <a:t> </a:t>
              </a:r>
              <a:r>
                <a:rPr lang="en-US" altLang="zh-CN" sz="1500" dirty="0">
                  <a:cs typeface="Calibri" panose="020F0502020204030204" pitchFamily="34" charset="0"/>
                </a:rPr>
                <a:t>Components</a:t>
              </a:r>
              <a:endParaRPr lang="en-US" sz="1500" dirty="0">
                <a:cs typeface="Calibri" panose="020F0502020204030204" pitchFamily="34" charset="0"/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DE5A0E69-15DD-1BA1-541E-BD33754EAA66}"/>
                </a:ext>
              </a:extLst>
            </p:cNvPr>
            <p:cNvSpPr txBox="1"/>
            <p:nvPr/>
          </p:nvSpPr>
          <p:spPr>
            <a:xfrm>
              <a:off x="4957766" y="795756"/>
              <a:ext cx="1429956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500" dirty="0"/>
                <a:t>Pedagogical</a:t>
              </a:r>
              <a:r>
                <a:rPr lang="zh-CN" altLang="en-US" sz="1500" dirty="0"/>
                <a:t> </a:t>
              </a:r>
              <a:r>
                <a:rPr lang="en-US" altLang="zh-CN" sz="1500" dirty="0"/>
                <a:t>Approaches</a:t>
              </a:r>
              <a:endParaRPr lang="en-US" sz="1500" dirty="0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840B8AC8-5A93-DD0C-A90E-5D5D3E53E2E5}"/>
                </a:ext>
              </a:extLst>
            </p:cNvPr>
            <p:cNvSpPr txBox="1"/>
            <p:nvPr/>
          </p:nvSpPr>
          <p:spPr>
            <a:xfrm>
              <a:off x="7827182" y="795756"/>
              <a:ext cx="1816853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500" dirty="0"/>
                <a:t>Student</a:t>
              </a:r>
              <a:r>
                <a:rPr lang="zh-CN" altLang="en-US" sz="1500" dirty="0"/>
                <a:t> </a:t>
              </a:r>
              <a:r>
                <a:rPr lang="en-US" altLang="zh-CN" sz="1500" dirty="0"/>
                <a:t>Learning</a:t>
              </a:r>
              <a:r>
                <a:rPr lang="zh-CN" altLang="en-US" sz="1500" dirty="0"/>
                <a:t> </a:t>
              </a:r>
              <a:r>
                <a:rPr lang="en-US" altLang="zh-CN" sz="1500" dirty="0"/>
                <a:t>Outcomes</a:t>
              </a:r>
              <a:endParaRPr lang="en-US" sz="1500" dirty="0"/>
            </a:p>
          </p:txBody>
        </p: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2C8F3658-CAFE-7744-7ADB-61348A1CE788}"/>
                </a:ext>
              </a:extLst>
            </p:cNvPr>
            <p:cNvCxnSpPr>
              <a:cxnSpLocks/>
              <a:stCxn id="72" idx="3"/>
              <a:endCxn id="11" idx="1"/>
            </p:cNvCxnSpPr>
            <p:nvPr/>
          </p:nvCxnSpPr>
          <p:spPr>
            <a:xfrm flipV="1">
              <a:off x="6478938" y="1752189"/>
              <a:ext cx="1265382" cy="650953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A32C1F53-08DD-5099-ABA9-9AD9EB8D3E30}"/>
                </a:ext>
              </a:extLst>
            </p:cNvPr>
            <p:cNvCxnSpPr>
              <a:cxnSpLocks/>
              <a:stCxn id="84" idx="3"/>
              <a:endCxn id="11" idx="1"/>
            </p:cNvCxnSpPr>
            <p:nvPr/>
          </p:nvCxnSpPr>
          <p:spPr>
            <a:xfrm flipV="1">
              <a:off x="6484996" y="1752189"/>
              <a:ext cx="1259325" cy="128666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Arrow Connector 164">
              <a:extLst>
                <a:ext uri="{FF2B5EF4-FFF2-40B4-BE49-F238E27FC236}">
                  <a16:creationId xmlns:a16="http://schemas.microsoft.com/office/drawing/2014/main" id="{FC7BB7BF-ACDE-CC56-6E74-9CC46B1F4679}"/>
                </a:ext>
              </a:extLst>
            </p:cNvPr>
            <p:cNvCxnSpPr>
              <a:cxnSpLocks/>
              <a:stCxn id="75" idx="3"/>
              <a:endCxn id="10" idx="1"/>
            </p:cNvCxnSpPr>
            <p:nvPr/>
          </p:nvCxnSpPr>
          <p:spPr>
            <a:xfrm flipV="1">
              <a:off x="6476834" y="2387377"/>
              <a:ext cx="1267486" cy="1932617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Arrow Connector 179">
              <a:extLst>
                <a:ext uri="{FF2B5EF4-FFF2-40B4-BE49-F238E27FC236}">
                  <a16:creationId xmlns:a16="http://schemas.microsoft.com/office/drawing/2014/main" id="{E9063E73-6155-082D-84BA-BF2823BE41BA}"/>
                </a:ext>
              </a:extLst>
            </p:cNvPr>
            <p:cNvCxnSpPr>
              <a:cxnSpLocks/>
              <a:stCxn id="79" idx="3"/>
              <a:endCxn id="11" idx="1"/>
            </p:cNvCxnSpPr>
            <p:nvPr/>
          </p:nvCxnSpPr>
          <p:spPr>
            <a:xfrm flipV="1">
              <a:off x="6482883" y="1752189"/>
              <a:ext cx="1261437" cy="3187621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1B964D0A-A87A-3C0E-436F-17532EEC062E}"/>
                </a:ext>
              </a:extLst>
            </p:cNvPr>
            <p:cNvCxnSpPr>
              <a:cxnSpLocks/>
              <a:stCxn id="79" idx="3"/>
              <a:endCxn id="145" idx="1"/>
            </p:cNvCxnSpPr>
            <p:nvPr/>
          </p:nvCxnSpPr>
          <p:spPr>
            <a:xfrm flipV="1">
              <a:off x="6482883" y="4290901"/>
              <a:ext cx="1261433" cy="648909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Arrow Connector 204">
              <a:extLst>
                <a:ext uri="{FF2B5EF4-FFF2-40B4-BE49-F238E27FC236}">
                  <a16:creationId xmlns:a16="http://schemas.microsoft.com/office/drawing/2014/main" id="{D764EBB0-DDEA-081D-99A6-08C6C7CF6944}"/>
                </a:ext>
              </a:extLst>
            </p:cNvPr>
            <p:cNvCxnSpPr>
              <a:cxnSpLocks/>
              <a:stCxn id="17" idx="3"/>
              <a:endCxn id="84" idx="1"/>
            </p:cNvCxnSpPr>
            <p:nvPr/>
          </p:nvCxnSpPr>
          <p:spPr>
            <a:xfrm flipV="1">
              <a:off x="3181480" y="3038853"/>
              <a:ext cx="1647388" cy="24940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FF0CD71A-F488-685F-7195-B0E87109C4FD}"/>
                </a:ext>
              </a:extLst>
            </p:cNvPr>
            <p:cNvCxnSpPr>
              <a:cxnSpLocks/>
              <a:stCxn id="17" idx="3"/>
              <a:endCxn id="72" idx="1"/>
            </p:cNvCxnSpPr>
            <p:nvPr/>
          </p:nvCxnSpPr>
          <p:spPr>
            <a:xfrm flipV="1">
              <a:off x="3181480" y="2403142"/>
              <a:ext cx="1635818" cy="885117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Arrow Connector 214">
              <a:extLst>
                <a:ext uri="{FF2B5EF4-FFF2-40B4-BE49-F238E27FC236}">
                  <a16:creationId xmlns:a16="http://schemas.microsoft.com/office/drawing/2014/main" id="{28CA0998-C82C-CE93-F882-913B67360E78}"/>
                </a:ext>
              </a:extLst>
            </p:cNvPr>
            <p:cNvCxnSpPr>
              <a:cxnSpLocks/>
              <a:stCxn id="79" idx="3"/>
              <a:endCxn id="10" idx="1"/>
            </p:cNvCxnSpPr>
            <p:nvPr/>
          </p:nvCxnSpPr>
          <p:spPr>
            <a:xfrm flipV="1">
              <a:off x="6482883" y="2387377"/>
              <a:ext cx="1261436" cy="2552433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Arrow Connector 326">
              <a:extLst>
                <a:ext uri="{FF2B5EF4-FFF2-40B4-BE49-F238E27FC236}">
                  <a16:creationId xmlns:a16="http://schemas.microsoft.com/office/drawing/2014/main" id="{A41BE203-53BD-58AF-FAD6-83AA9B136D82}"/>
                </a:ext>
              </a:extLst>
            </p:cNvPr>
            <p:cNvCxnSpPr>
              <a:cxnSpLocks/>
              <a:stCxn id="85" idx="3"/>
              <a:endCxn id="145" idx="1"/>
            </p:cNvCxnSpPr>
            <p:nvPr/>
          </p:nvCxnSpPr>
          <p:spPr>
            <a:xfrm>
              <a:off x="6488949" y="3669332"/>
              <a:ext cx="1255368" cy="6215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Arrow Connector 329">
              <a:extLst>
                <a:ext uri="{FF2B5EF4-FFF2-40B4-BE49-F238E27FC236}">
                  <a16:creationId xmlns:a16="http://schemas.microsoft.com/office/drawing/2014/main" id="{1B54F83C-D099-9098-33D7-1E650C565F07}"/>
                </a:ext>
              </a:extLst>
            </p:cNvPr>
            <p:cNvCxnSpPr>
              <a:cxnSpLocks/>
              <a:stCxn id="84" idx="3"/>
              <a:endCxn id="145" idx="1"/>
            </p:cNvCxnSpPr>
            <p:nvPr/>
          </p:nvCxnSpPr>
          <p:spPr>
            <a:xfrm>
              <a:off x="6484996" y="3038854"/>
              <a:ext cx="1259321" cy="125204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Arrow Connector 332">
              <a:extLst>
                <a:ext uri="{FF2B5EF4-FFF2-40B4-BE49-F238E27FC236}">
                  <a16:creationId xmlns:a16="http://schemas.microsoft.com/office/drawing/2014/main" id="{02DB7427-3666-8BD9-5E6A-2F3699B022B0}"/>
                </a:ext>
              </a:extLst>
            </p:cNvPr>
            <p:cNvCxnSpPr>
              <a:cxnSpLocks/>
              <a:stCxn id="72" idx="3"/>
              <a:endCxn id="10" idx="1"/>
            </p:cNvCxnSpPr>
            <p:nvPr/>
          </p:nvCxnSpPr>
          <p:spPr>
            <a:xfrm flipV="1">
              <a:off x="6478938" y="2387377"/>
              <a:ext cx="1265381" cy="15765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Arrow Connector 335">
              <a:extLst>
                <a:ext uri="{FF2B5EF4-FFF2-40B4-BE49-F238E27FC236}">
                  <a16:creationId xmlns:a16="http://schemas.microsoft.com/office/drawing/2014/main" id="{33F8ED5C-C98F-CD8D-617A-53B1167979AB}"/>
                </a:ext>
              </a:extLst>
            </p:cNvPr>
            <p:cNvCxnSpPr>
              <a:cxnSpLocks/>
              <a:stCxn id="75" idx="3"/>
              <a:endCxn id="145" idx="1"/>
            </p:cNvCxnSpPr>
            <p:nvPr/>
          </p:nvCxnSpPr>
          <p:spPr>
            <a:xfrm flipV="1">
              <a:off x="6476833" y="4290901"/>
              <a:ext cx="1267484" cy="29094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Arrow Connector 338">
              <a:extLst>
                <a:ext uri="{FF2B5EF4-FFF2-40B4-BE49-F238E27FC236}">
                  <a16:creationId xmlns:a16="http://schemas.microsoft.com/office/drawing/2014/main" id="{0103B1D5-F774-28FD-ABA8-8723D9A3D7B2}"/>
                </a:ext>
              </a:extLst>
            </p:cNvPr>
            <p:cNvCxnSpPr>
              <a:cxnSpLocks/>
              <a:stCxn id="16" idx="3"/>
              <a:endCxn id="85" idx="1"/>
            </p:cNvCxnSpPr>
            <p:nvPr/>
          </p:nvCxnSpPr>
          <p:spPr>
            <a:xfrm>
              <a:off x="3178723" y="2499090"/>
              <a:ext cx="1677816" cy="11702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Arrow Connector 342">
              <a:extLst>
                <a:ext uri="{FF2B5EF4-FFF2-40B4-BE49-F238E27FC236}">
                  <a16:creationId xmlns:a16="http://schemas.microsoft.com/office/drawing/2014/main" id="{624E9688-7D45-D54D-F489-2E23D27DCDFC}"/>
                </a:ext>
              </a:extLst>
            </p:cNvPr>
            <p:cNvCxnSpPr>
              <a:cxnSpLocks/>
              <a:stCxn id="17" idx="3"/>
              <a:endCxn id="83" idx="1"/>
            </p:cNvCxnSpPr>
            <p:nvPr/>
          </p:nvCxnSpPr>
          <p:spPr>
            <a:xfrm>
              <a:off x="3181479" y="3288259"/>
              <a:ext cx="1671107" cy="2271368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Arrow Connector 350">
              <a:extLst>
                <a:ext uri="{FF2B5EF4-FFF2-40B4-BE49-F238E27FC236}">
                  <a16:creationId xmlns:a16="http://schemas.microsoft.com/office/drawing/2014/main" id="{030D41BC-C162-B7F0-82FA-FFD27BF8F742}"/>
                </a:ext>
              </a:extLst>
            </p:cNvPr>
            <p:cNvCxnSpPr>
              <a:cxnSpLocks/>
              <a:stCxn id="29" idx="3"/>
              <a:endCxn id="4" idx="1"/>
            </p:cNvCxnSpPr>
            <p:nvPr/>
          </p:nvCxnSpPr>
          <p:spPr>
            <a:xfrm flipV="1">
              <a:off x="3186993" y="1752190"/>
              <a:ext cx="1640316" cy="3855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Arrow Connector 353">
              <a:extLst>
                <a:ext uri="{FF2B5EF4-FFF2-40B4-BE49-F238E27FC236}">
                  <a16:creationId xmlns:a16="http://schemas.microsoft.com/office/drawing/2014/main" id="{62FEA3F5-BD80-59F0-6F90-AFB89E675D74}"/>
                </a:ext>
              </a:extLst>
            </p:cNvPr>
            <p:cNvCxnSpPr>
              <a:cxnSpLocks/>
              <a:stCxn id="26" idx="3"/>
              <a:endCxn id="72" idx="1"/>
            </p:cNvCxnSpPr>
            <p:nvPr/>
          </p:nvCxnSpPr>
          <p:spPr>
            <a:xfrm flipV="1">
              <a:off x="3192506" y="2403142"/>
              <a:ext cx="1624792" cy="1674286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Arrow Connector 356">
              <a:extLst>
                <a:ext uri="{FF2B5EF4-FFF2-40B4-BE49-F238E27FC236}">
                  <a16:creationId xmlns:a16="http://schemas.microsoft.com/office/drawing/2014/main" id="{1A032FFC-3716-CC69-1728-88FAD00D0E82}"/>
                </a:ext>
              </a:extLst>
            </p:cNvPr>
            <p:cNvCxnSpPr>
              <a:cxnSpLocks/>
              <a:stCxn id="28" idx="3"/>
              <a:endCxn id="83" idx="1"/>
            </p:cNvCxnSpPr>
            <p:nvPr/>
          </p:nvCxnSpPr>
          <p:spPr>
            <a:xfrm>
              <a:off x="3160310" y="5559627"/>
              <a:ext cx="1692276" cy="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Arrow Connector 359">
              <a:extLst>
                <a:ext uri="{FF2B5EF4-FFF2-40B4-BE49-F238E27FC236}">
                  <a16:creationId xmlns:a16="http://schemas.microsoft.com/office/drawing/2014/main" id="{B17384ED-7987-B432-1090-63C60AAF4EB5}"/>
                </a:ext>
              </a:extLst>
            </p:cNvPr>
            <p:cNvCxnSpPr>
              <a:cxnSpLocks/>
              <a:stCxn id="27" idx="3"/>
              <a:endCxn id="83" idx="1"/>
            </p:cNvCxnSpPr>
            <p:nvPr/>
          </p:nvCxnSpPr>
          <p:spPr>
            <a:xfrm>
              <a:off x="3181062" y="4836251"/>
              <a:ext cx="1671524" cy="723376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Arrow Connector 362">
              <a:extLst>
                <a:ext uri="{FF2B5EF4-FFF2-40B4-BE49-F238E27FC236}">
                  <a16:creationId xmlns:a16="http://schemas.microsoft.com/office/drawing/2014/main" id="{C5797776-FEC6-EED2-5BB4-75BDC3C6B970}"/>
                </a:ext>
              </a:extLst>
            </p:cNvPr>
            <p:cNvCxnSpPr>
              <a:cxnSpLocks/>
              <a:stCxn id="26" idx="3"/>
              <a:endCxn id="75" idx="1"/>
            </p:cNvCxnSpPr>
            <p:nvPr/>
          </p:nvCxnSpPr>
          <p:spPr>
            <a:xfrm>
              <a:off x="3192506" y="4077428"/>
              <a:ext cx="1636106" cy="242567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Arrow Connector 367">
              <a:extLst>
                <a:ext uri="{FF2B5EF4-FFF2-40B4-BE49-F238E27FC236}">
                  <a16:creationId xmlns:a16="http://schemas.microsoft.com/office/drawing/2014/main" id="{20ACB4C4-D94E-3E2D-EB84-78CCAACDD9F3}"/>
                </a:ext>
              </a:extLst>
            </p:cNvPr>
            <p:cNvCxnSpPr>
              <a:cxnSpLocks/>
              <a:stCxn id="75" idx="3"/>
              <a:endCxn id="147" idx="1"/>
            </p:cNvCxnSpPr>
            <p:nvPr/>
          </p:nvCxnSpPr>
          <p:spPr>
            <a:xfrm>
              <a:off x="6476833" y="4319995"/>
              <a:ext cx="1267484" cy="1239922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Arrow Connector 373">
              <a:extLst>
                <a:ext uri="{FF2B5EF4-FFF2-40B4-BE49-F238E27FC236}">
                  <a16:creationId xmlns:a16="http://schemas.microsoft.com/office/drawing/2014/main" id="{ECED7E9C-16CF-DAFC-C290-351039F3A0B1}"/>
                </a:ext>
              </a:extLst>
            </p:cNvPr>
            <p:cNvCxnSpPr>
              <a:cxnSpLocks/>
              <a:stCxn id="75" idx="3"/>
              <a:endCxn id="148" idx="1"/>
            </p:cNvCxnSpPr>
            <p:nvPr/>
          </p:nvCxnSpPr>
          <p:spPr>
            <a:xfrm>
              <a:off x="6476833" y="4319995"/>
              <a:ext cx="1267484" cy="605414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E0764011-33DF-F98F-8488-1AC2CCEAACB8}"/>
                </a:ext>
              </a:extLst>
            </p:cNvPr>
            <p:cNvCxnSpPr>
              <a:cxnSpLocks/>
              <a:stCxn id="72" idx="3"/>
              <a:endCxn id="146" idx="1"/>
            </p:cNvCxnSpPr>
            <p:nvPr/>
          </p:nvCxnSpPr>
          <p:spPr>
            <a:xfrm>
              <a:off x="6478938" y="2403142"/>
              <a:ext cx="1265379" cy="1253251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D4F31FAC-8210-21F6-6C29-26B383524DEF}"/>
                </a:ext>
              </a:extLst>
            </p:cNvPr>
            <p:cNvCxnSpPr>
              <a:cxnSpLocks/>
              <a:stCxn id="84" idx="3"/>
              <a:endCxn id="146" idx="1"/>
            </p:cNvCxnSpPr>
            <p:nvPr/>
          </p:nvCxnSpPr>
          <p:spPr>
            <a:xfrm>
              <a:off x="6484996" y="3038854"/>
              <a:ext cx="1259321" cy="617539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Arrow Connector 382">
              <a:extLst>
                <a:ext uri="{FF2B5EF4-FFF2-40B4-BE49-F238E27FC236}">
                  <a16:creationId xmlns:a16="http://schemas.microsoft.com/office/drawing/2014/main" id="{BE0EAEA5-490C-A34D-4D59-00B03DD26337}"/>
                </a:ext>
              </a:extLst>
            </p:cNvPr>
            <p:cNvCxnSpPr>
              <a:cxnSpLocks/>
              <a:stCxn id="72" idx="3"/>
              <a:endCxn id="143" idx="1"/>
            </p:cNvCxnSpPr>
            <p:nvPr/>
          </p:nvCxnSpPr>
          <p:spPr>
            <a:xfrm>
              <a:off x="6478938" y="2403142"/>
              <a:ext cx="1265379" cy="618743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Arrow Connector 385">
              <a:extLst>
                <a:ext uri="{FF2B5EF4-FFF2-40B4-BE49-F238E27FC236}">
                  <a16:creationId xmlns:a16="http://schemas.microsoft.com/office/drawing/2014/main" id="{F09814CB-36CE-0C65-318E-3BA719B3EE24}"/>
                </a:ext>
              </a:extLst>
            </p:cNvPr>
            <p:cNvCxnSpPr>
              <a:cxnSpLocks/>
              <a:stCxn id="84" idx="3"/>
              <a:endCxn id="143" idx="1"/>
            </p:cNvCxnSpPr>
            <p:nvPr/>
          </p:nvCxnSpPr>
          <p:spPr>
            <a:xfrm flipV="1">
              <a:off x="6484996" y="3021885"/>
              <a:ext cx="1259321" cy="16969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Arrow Connector 388">
              <a:extLst>
                <a:ext uri="{FF2B5EF4-FFF2-40B4-BE49-F238E27FC236}">
                  <a16:creationId xmlns:a16="http://schemas.microsoft.com/office/drawing/2014/main" id="{6892B94B-0355-D03A-3CAC-FD4597CD5302}"/>
                </a:ext>
              </a:extLst>
            </p:cNvPr>
            <p:cNvCxnSpPr>
              <a:cxnSpLocks/>
              <a:stCxn id="75" idx="3"/>
              <a:endCxn id="143" idx="1"/>
            </p:cNvCxnSpPr>
            <p:nvPr/>
          </p:nvCxnSpPr>
          <p:spPr>
            <a:xfrm flipV="1">
              <a:off x="6476833" y="3021885"/>
              <a:ext cx="1267484" cy="129811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Straight Arrow Connector 394">
              <a:extLst>
                <a:ext uri="{FF2B5EF4-FFF2-40B4-BE49-F238E27FC236}">
                  <a16:creationId xmlns:a16="http://schemas.microsoft.com/office/drawing/2014/main" id="{8EFA3AB6-3328-6BD8-AC63-AE35DB295413}"/>
                </a:ext>
              </a:extLst>
            </p:cNvPr>
            <p:cNvCxnSpPr>
              <a:cxnSpLocks/>
              <a:stCxn id="4" idx="3"/>
              <a:endCxn id="147" idx="1"/>
            </p:cNvCxnSpPr>
            <p:nvPr/>
          </p:nvCxnSpPr>
          <p:spPr>
            <a:xfrm>
              <a:off x="6481043" y="1752190"/>
              <a:ext cx="1263274" cy="3807727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Arrow Connector 398">
              <a:extLst>
                <a:ext uri="{FF2B5EF4-FFF2-40B4-BE49-F238E27FC236}">
                  <a16:creationId xmlns:a16="http://schemas.microsoft.com/office/drawing/2014/main" id="{8979067D-30D8-A352-E2C1-4498979E3F95}"/>
                </a:ext>
              </a:extLst>
            </p:cNvPr>
            <p:cNvCxnSpPr>
              <a:cxnSpLocks/>
              <a:stCxn id="79" idx="3"/>
              <a:endCxn id="146" idx="1"/>
            </p:cNvCxnSpPr>
            <p:nvPr/>
          </p:nvCxnSpPr>
          <p:spPr>
            <a:xfrm flipV="1">
              <a:off x="6482883" y="3656393"/>
              <a:ext cx="1261434" cy="1283418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Arrow Connector 401">
              <a:extLst>
                <a:ext uri="{FF2B5EF4-FFF2-40B4-BE49-F238E27FC236}">
                  <a16:creationId xmlns:a16="http://schemas.microsoft.com/office/drawing/2014/main" id="{72BFFEBE-793A-AD04-2062-63A675CB09A3}"/>
                </a:ext>
              </a:extLst>
            </p:cNvPr>
            <p:cNvCxnSpPr>
              <a:cxnSpLocks/>
              <a:stCxn id="28" idx="3"/>
              <a:endCxn id="79" idx="1"/>
            </p:cNvCxnSpPr>
            <p:nvPr/>
          </p:nvCxnSpPr>
          <p:spPr>
            <a:xfrm flipV="1">
              <a:off x="3160310" y="4939811"/>
              <a:ext cx="1674352" cy="619816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Arrow Connector 404">
              <a:extLst>
                <a:ext uri="{FF2B5EF4-FFF2-40B4-BE49-F238E27FC236}">
                  <a16:creationId xmlns:a16="http://schemas.microsoft.com/office/drawing/2014/main" id="{D1AE2978-DD40-011E-18BB-BF93DCF360F0}"/>
                </a:ext>
              </a:extLst>
            </p:cNvPr>
            <p:cNvCxnSpPr>
              <a:cxnSpLocks/>
              <a:stCxn id="28" idx="3"/>
              <a:endCxn id="72" idx="1"/>
            </p:cNvCxnSpPr>
            <p:nvPr/>
          </p:nvCxnSpPr>
          <p:spPr>
            <a:xfrm flipV="1">
              <a:off x="3160310" y="2403142"/>
              <a:ext cx="1656988" cy="3156485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Arrow Connector 407">
              <a:extLst>
                <a:ext uri="{FF2B5EF4-FFF2-40B4-BE49-F238E27FC236}">
                  <a16:creationId xmlns:a16="http://schemas.microsoft.com/office/drawing/2014/main" id="{137E2561-E45B-91F7-777F-92128FDB0437}"/>
                </a:ext>
              </a:extLst>
            </p:cNvPr>
            <p:cNvCxnSpPr>
              <a:cxnSpLocks/>
              <a:stCxn id="28" idx="3"/>
              <a:endCxn id="84" idx="1"/>
            </p:cNvCxnSpPr>
            <p:nvPr/>
          </p:nvCxnSpPr>
          <p:spPr>
            <a:xfrm flipV="1">
              <a:off x="3160310" y="3038854"/>
              <a:ext cx="1668558" cy="2520773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Arrow Connector 411">
              <a:extLst>
                <a:ext uri="{FF2B5EF4-FFF2-40B4-BE49-F238E27FC236}">
                  <a16:creationId xmlns:a16="http://schemas.microsoft.com/office/drawing/2014/main" id="{26CFAB81-AB56-52D8-90A7-481DA804907A}"/>
                </a:ext>
              </a:extLst>
            </p:cNvPr>
            <p:cNvCxnSpPr>
              <a:cxnSpLocks/>
              <a:stCxn id="26" idx="3"/>
              <a:endCxn id="83" idx="1"/>
            </p:cNvCxnSpPr>
            <p:nvPr/>
          </p:nvCxnSpPr>
          <p:spPr>
            <a:xfrm>
              <a:off x="3192506" y="4077428"/>
              <a:ext cx="1660080" cy="1482199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Arrow Connector 414">
              <a:extLst>
                <a:ext uri="{FF2B5EF4-FFF2-40B4-BE49-F238E27FC236}">
                  <a16:creationId xmlns:a16="http://schemas.microsoft.com/office/drawing/2014/main" id="{BAF2809C-46F8-866E-5CEF-7EEB523F2E57}"/>
                </a:ext>
              </a:extLst>
            </p:cNvPr>
            <p:cNvCxnSpPr>
              <a:cxnSpLocks/>
              <a:stCxn id="85" idx="3"/>
              <a:endCxn id="143" idx="1"/>
            </p:cNvCxnSpPr>
            <p:nvPr/>
          </p:nvCxnSpPr>
          <p:spPr>
            <a:xfrm flipV="1">
              <a:off x="6488949" y="3021885"/>
              <a:ext cx="1255368" cy="647447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Arrow Connector 417">
              <a:extLst>
                <a:ext uri="{FF2B5EF4-FFF2-40B4-BE49-F238E27FC236}">
                  <a16:creationId xmlns:a16="http://schemas.microsoft.com/office/drawing/2014/main" id="{CE73551B-F5E7-F5DD-A2D1-1784A74A95D2}"/>
                </a:ext>
              </a:extLst>
            </p:cNvPr>
            <p:cNvCxnSpPr>
              <a:cxnSpLocks/>
              <a:stCxn id="4" idx="3"/>
              <a:endCxn id="148" idx="1"/>
            </p:cNvCxnSpPr>
            <p:nvPr/>
          </p:nvCxnSpPr>
          <p:spPr>
            <a:xfrm>
              <a:off x="6481043" y="1752190"/>
              <a:ext cx="1263274" cy="3173219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Arrow Connector 420">
              <a:extLst>
                <a:ext uri="{FF2B5EF4-FFF2-40B4-BE49-F238E27FC236}">
                  <a16:creationId xmlns:a16="http://schemas.microsoft.com/office/drawing/2014/main" id="{80573042-3C99-6C35-DE9C-A2105684384A}"/>
                </a:ext>
              </a:extLst>
            </p:cNvPr>
            <p:cNvCxnSpPr>
              <a:cxnSpLocks/>
              <a:stCxn id="83" idx="3"/>
              <a:endCxn id="143" idx="1"/>
            </p:cNvCxnSpPr>
            <p:nvPr/>
          </p:nvCxnSpPr>
          <p:spPr>
            <a:xfrm flipV="1">
              <a:off x="6500807" y="3021885"/>
              <a:ext cx="1243510" cy="2537742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Arrow Connector 423">
              <a:extLst>
                <a:ext uri="{FF2B5EF4-FFF2-40B4-BE49-F238E27FC236}">
                  <a16:creationId xmlns:a16="http://schemas.microsoft.com/office/drawing/2014/main" id="{4BBDC3E7-0630-E3BB-261E-B3A44FA4EEC1}"/>
                </a:ext>
              </a:extLst>
            </p:cNvPr>
            <p:cNvCxnSpPr>
              <a:cxnSpLocks/>
              <a:stCxn id="26" idx="3"/>
              <a:endCxn id="85" idx="1"/>
            </p:cNvCxnSpPr>
            <p:nvPr/>
          </p:nvCxnSpPr>
          <p:spPr>
            <a:xfrm flipV="1">
              <a:off x="3192506" y="3669332"/>
              <a:ext cx="1664033" cy="408096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8E411EC-9E4E-82BC-8DF8-2BFBC725BB80}"/>
              </a:ext>
            </a:extLst>
          </p:cNvPr>
          <p:cNvCxnSpPr>
            <a:cxnSpLocks/>
            <a:stCxn id="72" idx="3"/>
            <a:endCxn id="145" idx="1"/>
          </p:cNvCxnSpPr>
          <p:nvPr/>
        </p:nvCxnSpPr>
        <p:spPr>
          <a:xfrm>
            <a:off x="6478938" y="2403142"/>
            <a:ext cx="1265379" cy="18877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43F1821-7254-C01A-97C9-A2C0CEDAB520}"/>
              </a:ext>
            </a:extLst>
          </p:cNvPr>
          <p:cNvCxnSpPr>
            <a:cxnSpLocks/>
            <a:stCxn id="16" idx="3"/>
            <a:endCxn id="83" idx="1"/>
          </p:cNvCxnSpPr>
          <p:nvPr/>
        </p:nvCxnSpPr>
        <p:spPr>
          <a:xfrm>
            <a:off x="3178723" y="2499090"/>
            <a:ext cx="1673863" cy="3060537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896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1140</TotalTime>
  <Words>54</Words>
  <Application>Microsoft Macintosh PowerPoint</Application>
  <PresentationFormat>Widescreen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Zhengping Luo</dc:creator>
  <cp:lastModifiedBy>Zhengping Luo</cp:lastModifiedBy>
  <cp:revision>5</cp:revision>
  <dcterms:created xsi:type="dcterms:W3CDTF">2026-03-03T21:34:33Z</dcterms:created>
  <dcterms:modified xsi:type="dcterms:W3CDTF">2026-04-22T14:39:52Z</dcterms:modified>
</cp:coreProperties>
</file>